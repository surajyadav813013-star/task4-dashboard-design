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2E75B6"/>
            </a:solidFill>
            <a:ln w="2540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484</c:v>
                </c:pt>
                <c:pt idx="1">
                  <c:v>471</c:v>
                </c:pt>
                <c:pt idx="2">
                  <c:v>609</c:v>
                </c:pt>
                <c:pt idx="3">
                  <c:v>733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Sales &amp; Profit Dashboard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2"/>
                </a:solidFill>
              </a:rPr>
              <a:t>Task 4: Dashboard Design | Elevate Labs Data Analyst Internship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F2"/>
                </a:solidFill>
              </a:rPr>
              <a:t>Suraj Yadav | Power BI | Sample Superstore dataset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Objective &amp; Dataset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Build an interactive Power BI dashboard for business stakeholders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Track Sales, Profit and Growth in one view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Dataset: Sample Superstore (Kaggle), 9,994 rows, 2014-2017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Tools: Power BI Desktop, DAX, Excel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KPI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37160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$2.30M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Total Sales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137160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$286K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Total Profit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1920240" cy="137160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12.5%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Profit Margin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280160"/>
            <a:ext cx="1920240" cy="137160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5,009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Total Orders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Slicers: Year, Region, Category. All cards and charts update together.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Sales Trend (Time Series)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14630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Sales grew about 20% in 2017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Strong Q4 seasonality every year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Insights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West is the top region: highest sales and profit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Technology leads profit; Furniture has only about 2.5% margin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Heavy discounts on Furniture and Office Supplies reduce profit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Q4 (Nov-Dec) is the peak sales period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Recommendations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Review Furniture pricing and discount policy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Invest more in Technology and the West region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Plan inventory and campaigns ahead of Q4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2026-10-06T16:17:35Z</dcterms:created>
  <dcterms:modified xsi:type="dcterms:W3CDTF">2026-10-06T16:17:35Z</dcterms:modified>
</cp:coreProperties>
</file>